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25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5758"/>
    <a:srgbClr val="009193"/>
    <a:srgbClr val="084C4D"/>
    <a:srgbClr val="00ABAE"/>
    <a:srgbClr val="80C8C9"/>
    <a:srgbClr val="74C4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86"/>
    <p:restoredTop sz="94722"/>
  </p:normalViewPr>
  <p:slideViewPr>
    <p:cSldViewPr snapToGrid="0" showGuides="1">
      <p:cViewPr varScale="1">
        <p:scale>
          <a:sx n="117" d="100"/>
          <a:sy n="117" d="100"/>
        </p:scale>
        <p:origin x="184" y="6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450346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96844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494355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12/3/25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69730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12/3/25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85117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12/3/25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944819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12/3/25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640857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12/3/25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399368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12/3/25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548133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08568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010150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B99496-28B4-4F48-9C90-51DE3F753911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07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6" r:id="rId1"/>
    <p:sldLayoutId id="2147483827" r:id="rId2"/>
    <p:sldLayoutId id="2147483828" r:id="rId3"/>
    <p:sldLayoutId id="2147483829" r:id="rId4"/>
    <p:sldLayoutId id="2147483830" r:id="rId5"/>
    <p:sldLayoutId id="2147483831" r:id="rId6"/>
    <p:sldLayoutId id="2147483832" r:id="rId7"/>
    <p:sldLayoutId id="2147483833" r:id="rId8"/>
    <p:sldLayoutId id="2147483834" r:id="rId9"/>
    <p:sldLayoutId id="2147483835" r:id="rId10"/>
    <p:sldLayoutId id="2147483836" r:id="rId11"/>
  </p:sldLayoutIdLst>
  <p:transition>
    <p:fad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67000">
              <a:srgbClr val="009193"/>
            </a:gs>
            <a:gs pos="32000">
              <a:srgbClr val="80C8C9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2BB88-96A0-545D-16D5-8757EA9C70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9593" y="2619833"/>
            <a:ext cx="10512814" cy="1604991"/>
          </a:xfrm>
          <a:noFill/>
        </p:spPr>
        <p:txBody>
          <a:bodyPr wrap="none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  <a:latin typeface="Avenir Book" panose="02000503020000020003" pitchFamily="2" charset="0"/>
                <a:cs typeface="Al Nile" pitchFamily="2" charset="-78"/>
              </a:rPr>
              <a:t>&gt;_Cache Augmented Generation</a:t>
            </a:r>
            <a:br>
              <a:rPr lang="en-US" sz="5400" b="1" dirty="0">
                <a:solidFill>
                  <a:schemeClr val="bg1"/>
                </a:solidFill>
                <a:latin typeface="Avenir Book" panose="02000503020000020003" pitchFamily="2" charset="0"/>
                <a:cs typeface="Al Nile" pitchFamily="2" charset="-78"/>
              </a:rPr>
            </a:br>
            <a:r>
              <a:rPr lang="en-US" sz="5400" b="1" dirty="0">
                <a:solidFill>
                  <a:schemeClr val="bg1"/>
                </a:solidFill>
                <a:latin typeface="Avenir Book" panose="02000503020000020003" pitchFamily="2" charset="0"/>
                <a:cs typeface="Al Nile" pitchFamily="2" charset="-78"/>
              </a:rPr>
              <a:t>and Self Learning Architecture</a:t>
            </a:r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735A3DC4-4208-E1AA-8A70-78BE013B9BD4}"/>
              </a:ext>
            </a:extLst>
          </p:cNvPr>
          <p:cNvSpPr txBox="1">
            <a:spLocks/>
          </p:cNvSpPr>
          <p:nvPr/>
        </p:nvSpPr>
        <p:spPr>
          <a:xfrm>
            <a:off x="1010369" y="5086748"/>
            <a:ext cx="10171259" cy="67982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85758"/>
                </a:solidFill>
                <a:latin typeface="Avenir Book" panose="02000503020000020003" pitchFamily="2" charset="0"/>
                <a:cs typeface="Al Nile" pitchFamily="2" charset="-78"/>
              </a:rPr>
              <a:t>Applied</a:t>
            </a:r>
            <a:r>
              <a:rPr lang="en-US" sz="2400" b="1" dirty="0">
                <a:solidFill>
                  <a:srgbClr val="085758"/>
                </a:solidFill>
                <a:latin typeface="Avenir Book" panose="02000503020000020003" pitchFamily="2" charset="0"/>
                <a:cs typeface="Al Nile" pitchFamily="2" charset="-78"/>
              </a:rPr>
              <a:t> AI</a:t>
            </a:r>
          </a:p>
        </p:txBody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D7AED9D1-511F-C17D-A5B2-B7FE882E7A58}"/>
              </a:ext>
            </a:extLst>
          </p:cNvPr>
          <p:cNvSpPr txBox="1">
            <a:spLocks/>
          </p:cNvSpPr>
          <p:nvPr/>
        </p:nvSpPr>
        <p:spPr>
          <a:xfrm>
            <a:off x="1010370" y="1078081"/>
            <a:ext cx="10171259" cy="67982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>
                <a:solidFill>
                  <a:srgbClr val="084C4D"/>
                </a:solidFill>
                <a:latin typeface="Avenir Book" panose="02000503020000020003" pitchFamily="2" charset="0"/>
                <a:cs typeface="Al Nile" pitchFamily="2" charset="-78"/>
              </a:rPr>
              <a:t>\MARKROX.DEV</a:t>
            </a:r>
          </a:p>
        </p:txBody>
      </p:sp>
    </p:spTree>
    <p:extLst>
      <p:ext uri="{BB962C8B-B14F-4D97-AF65-F5344CB8AC3E}">
        <p14:creationId xmlns:p14="http://schemas.microsoft.com/office/powerpoint/2010/main" val="918175470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48</TotalTime>
  <Words>15</Words>
  <Application>Microsoft Macintosh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Avenir Book</vt:lpstr>
      <vt:lpstr>Office Theme</vt:lpstr>
      <vt:lpstr>&gt;_Cache Augmented Generation and Self Learning Architecture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 Roxberry</dc:creator>
  <cp:lastModifiedBy>Mark Roxberry</cp:lastModifiedBy>
  <cp:revision>3</cp:revision>
  <dcterms:created xsi:type="dcterms:W3CDTF">2025-11-29T21:43:37Z</dcterms:created>
  <dcterms:modified xsi:type="dcterms:W3CDTF">2025-12-03T15:27:53Z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2025-11-29T22:30:23Z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36676d95-5451-475d-abef-665021c32ff8</vt:lpwstr>
  </property>
  <property fmtid="{D5CDD505-2E9C-101B-9397-08002B2CF9AE}" pid="7" name="MSIP_Label_defa4170-0d19-0005-0004-bc88714345d2_ActionId">
    <vt:lpwstr>8e5e9355-260b-4d23-a565-ac65094889d7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50, 3, 0, 1</vt:lpwstr>
  </property>
</Properties>
</file>