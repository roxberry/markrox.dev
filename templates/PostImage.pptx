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5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87B5"/>
    <a:srgbClr val="203445"/>
    <a:srgbClr val="085758"/>
    <a:srgbClr val="009193"/>
    <a:srgbClr val="084C4D"/>
    <a:srgbClr val="00ABAE"/>
    <a:srgbClr val="80C8C9"/>
    <a:srgbClr val="74C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98"/>
    <p:restoredTop sz="94685"/>
  </p:normalViewPr>
  <p:slideViewPr>
    <p:cSldViewPr snapToGrid="0" showGuides="1">
      <p:cViewPr varScale="1">
        <p:scale>
          <a:sx n="119" d="100"/>
          <a:sy n="119" d="100"/>
        </p:scale>
        <p:origin x="208" y="5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5034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6844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9435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9730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5117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448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4085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9936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4813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8568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101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99496-28B4-4F48-9C90-51DE3F753911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B9C9D-1CB5-9741-8DD9-9151466E4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0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7000">
              <a:srgbClr val="009193"/>
            </a:gs>
            <a:gs pos="32000">
              <a:srgbClr val="80C8C9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BB88-96A0-545D-16D5-8757EA9C7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593" y="2619833"/>
            <a:ext cx="10512814" cy="1604991"/>
          </a:xfrm>
          <a:noFill/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Avenir Book" panose="02000503020000020003" pitchFamily="2" charset="0"/>
                <a:cs typeface="Al Nile" pitchFamily="2" charset="-78"/>
              </a:rPr>
              <a:t>&gt;_Cache Augmented Generation</a:t>
            </a:r>
            <a:br>
              <a:rPr lang="en-US" sz="5400" b="1" dirty="0">
                <a:solidFill>
                  <a:schemeClr val="bg1"/>
                </a:solidFill>
                <a:latin typeface="Avenir Book" panose="02000503020000020003" pitchFamily="2" charset="0"/>
                <a:cs typeface="Al Nile" pitchFamily="2" charset="-78"/>
              </a:rPr>
            </a:br>
            <a:r>
              <a:rPr lang="en-US" sz="5400" b="1" dirty="0">
                <a:solidFill>
                  <a:schemeClr val="bg1"/>
                </a:solidFill>
                <a:latin typeface="Avenir Book" panose="02000503020000020003" pitchFamily="2" charset="0"/>
                <a:cs typeface="Al Nile" pitchFamily="2" charset="-78"/>
              </a:rPr>
              <a:t>and Self Learning Architecture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735A3DC4-4208-E1AA-8A70-78BE013B9BD4}"/>
              </a:ext>
            </a:extLst>
          </p:cNvPr>
          <p:cNvSpPr txBox="1">
            <a:spLocks/>
          </p:cNvSpPr>
          <p:nvPr/>
        </p:nvSpPr>
        <p:spPr>
          <a:xfrm>
            <a:off x="1010369" y="5086748"/>
            <a:ext cx="10171259" cy="6798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85758"/>
                </a:solidFill>
                <a:latin typeface="Avenir Book" panose="02000503020000020003" pitchFamily="2" charset="0"/>
                <a:cs typeface="Al Nile" pitchFamily="2" charset="-78"/>
              </a:rPr>
              <a:t>Applied</a:t>
            </a:r>
            <a:r>
              <a:rPr lang="en-US" sz="2400" b="1" dirty="0">
                <a:solidFill>
                  <a:srgbClr val="085758"/>
                </a:solidFill>
                <a:latin typeface="Avenir Book" panose="02000503020000020003" pitchFamily="2" charset="0"/>
                <a:cs typeface="Al Nile" pitchFamily="2" charset="-78"/>
              </a:rPr>
              <a:t> AI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D7AED9D1-511F-C17D-A5B2-B7FE882E7A58}"/>
              </a:ext>
            </a:extLst>
          </p:cNvPr>
          <p:cNvSpPr txBox="1">
            <a:spLocks/>
          </p:cNvSpPr>
          <p:nvPr/>
        </p:nvSpPr>
        <p:spPr>
          <a:xfrm>
            <a:off x="1010370" y="1078081"/>
            <a:ext cx="10171259" cy="6798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84C4D"/>
                </a:solidFill>
                <a:latin typeface="Avenir Book" panose="02000503020000020003" pitchFamily="2" charset="0"/>
                <a:cs typeface="Al Nile" pitchFamily="2" charset="-78"/>
              </a:rPr>
              <a:t>\MARKROX.DEV</a:t>
            </a:r>
          </a:p>
        </p:txBody>
      </p:sp>
    </p:spTree>
    <p:extLst>
      <p:ext uri="{BB962C8B-B14F-4D97-AF65-F5344CB8AC3E}">
        <p14:creationId xmlns:p14="http://schemas.microsoft.com/office/powerpoint/2010/main" val="91817547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7000">
              <a:srgbClr val="203445"/>
            </a:gs>
            <a:gs pos="11000">
              <a:srgbClr val="5187B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CF5FF-E63E-1F88-A253-D5314E0D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3FB5-A707-9A9D-A044-B40BBAED8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899" y="3000453"/>
            <a:ext cx="10194202" cy="857094"/>
          </a:xfrm>
          <a:noFill/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Avenir Book" panose="02000503020000020003" pitchFamily="2" charset="0"/>
                <a:cs typeface="Al Nile" pitchFamily="2" charset="-78"/>
              </a:rPr>
              <a:t>IAC Prototype Extension System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167F8182-AAF4-E41D-BE17-36D63C7D4ABB}"/>
              </a:ext>
            </a:extLst>
          </p:cNvPr>
          <p:cNvSpPr txBox="1">
            <a:spLocks/>
          </p:cNvSpPr>
          <p:nvPr/>
        </p:nvSpPr>
        <p:spPr>
          <a:xfrm>
            <a:off x="1010369" y="5086748"/>
            <a:ext cx="10171259" cy="6798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solidFill>
                <a:srgbClr val="085758"/>
              </a:solidFill>
              <a:latin typeface="Avenir Book" panose="02000503020000020003" pitchFamily="2" charset="0"/>
              <a:cs typeface="Al Nile" pitchFamily="2" charset="-7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6F9822-4126-103A-478F-D30F374A258A}"/>
              </a:ext>
            </a:extLst>
          </p:cNvPr>
          <p:cNvGrpSpPr/>
          <p:nvPr/>
        </p:nvGrpSpPr>
        <p:grpSpPr>
          <a:xfrm>
            <a:off x="998899" y="2045938"/>
            <a:ext cx="3552121" cy="679829"/>
            <a:chOff x="887655" y="969277"/>
            <a:chExt cx="3552121" cy="679829"/>
          </a:xfrm>
        </p:grpSpPr>
        <p:sp>
          <p:nvSpPr>
            <p:cNvPr id="39" name="Title 1">
              <a:extLst>
                <a:ext uri="{FF2B5EF4-FFF2-40B4-BE49-F238E27FC236}">
                  <a16:creationId xmlns:a16="http://schemas.microsoft.com/office/drawing/2014/main" id="{D7A297E3-295C-F1D1-B767-1513B9DCFA80}"/>
                </a:ext>
              </a:extLst>
            </p:cNvPr>
            <p:cNvSpPr txBox="1">
              <a:spLocks/>
            </p:cNvSpPr>
            <p:nvPr/>
          </p:nvSpPr>
          <p:spPr>
            <a:xfrm>
              <a:off x="1567484" y="1091424"/>
              <a:ext cx="2872292" cy="46699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8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OWASP </a:t>
              </a:r>
              <a:r>
                <a:rPr lang="en-US" sz="24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HACTU8</a:t>
              </a:r>
            </a:p>
          </p:txBody>
        </p:sp>
        <p:pic>
          <p:nvPicPr>
            <p:cNvPr id="9" name="Picture 2" descr="IAC Logo">
              <a:extLst>
                <a:ext uri="{FF2B5EF4-FFF2-40B4-BE49-F238E27FC236}">
                  <a16:creationId xmlns:a16="http://schemas.microsoft.com/office/drawing/2014/main" id="{F9F11530-2DB4-3296-486A-ACDBA8753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7655" y="969277"/>
              <a:ext cx="679829" cy="679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181556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77F4-8173-FA72-E9B3-806B3D04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BE90-11FA-3F78-8398-7D53CF980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3323" cy="89449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CFA37B-0BC6-8A59-DD2A-4856B394A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632136"/>
            <a:ext cx="5963273" cy="741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96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ystem-ui"/>
              </a:rPr>
              <a:t>OWASP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ystem-ui"/>
              </a:rPr>
              <a:t> HACTU8</a:t>
            </a:r>
            <a:b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ystem-ui"/>
              </a:rPr>
            </a:b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ystem-ui"/>
              </a:rPr>
              <a:t>Intelligence Assurance Center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IAC Logo">
            <a:extLst>
              <a:ext uri="{FF2B5EF4-FFF2-40B4-BE49-F238E27FC236}">
                <a16:creationId xmlns:a16="http://schemas.microsoft.com/office/drawing/2014/main" id="{008E86AE-E4F3-4C8B-A34F-774F3FF39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7413625"/>
            <a:ext cx="894491" cy="89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41272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28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Avenir Book</vt:lpstr>
      <vt:lpstr>system-ui</vt:lpstr>
      <vt:lpstr>Office Theme</vt:lpstr>
      <vt:lpstr>&gt;_Cache Augmented Generation and Self Learning Architecture</vt:lpstr>
      <vt:lpstr>IAC Prototype Extension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Roxberry</dc:creator>
  <cp:lastModifiedBy>Roxberry, Mark</cp:lastModifiedBy>
  <cp:revision>4</cp:revision>
  <dcterms:created xsi:type="dcterms:W3CDTF">2025-11-29T21:43:37Z</dcterms:created>
  <dcterms:modified xsi:type="dcterms:W3CDTF">2026-03-03T02:59:23Z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2025-11-29T22:30:23Z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36676d95-5451-475d-abef-665021c32ff8</vt:lpwstr>
  </property>
  <property fmtid="{D5CDD505-2E9C-101B-9397-08002B2CF9AE}" pid="7" name="MSIP_Label_defa4170-0d19-0005-0004-bc88714345d2_ActionId">
    <vt:lpwstr>8e5e9355-260b-4d23-a565-ac65094889d7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