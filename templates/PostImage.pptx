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5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74C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722"/>
  </p:normalViewPr>
  <p:slideViewPr>
    <p:cSldViewPr snapToGrid="0" showGuides="1">
      <p:cViewPr varScale="1">
        <p:scale>
          <a:sx n="115" d="100"/>
          <a:sy n="115" d="100"/>
        </p:scale>
        <p:origin x="224" y="7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034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96844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9435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9730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85117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94481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4085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9936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4813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8568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01015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0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8000">
              <a:srgbClr val="80C8C9"/>
            </a:gs>
            <a:gs pos="100000">
              <a:srgbClr val="009193"/>
            </a:gs>
            <a:gs pos="35000">
              <a:schemeClr val="accent2">
                <a:lumMod val="0"/>
                <a:lumOff val="100000"/>
              </a:schemeClr>
            </a:gs>
          </a:gsLst>
          <a:path path="rect">
            <a:fillToRect t="100000" r="100000"/>
          </a:path>
          <a:tileRect l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BB88-96A0-545D-16D5-8757EA9C7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0369" y="2623715"/>
            <a:ext cx="9704901" cy="1604991"/>
          </a:xfrm>
          <a:noFill/>
        </p:spPr>
        <p:txBody>
          <a:bodyPr wrap="none">
            <a:spAutoFit/>
          </a:bodyPr>
          <a:lstStyle/>
          <a:p>
            <a:r>
              <a:rPr lang="en-US" sz="5400" b="1" dirty="0">
                <a:latin typeface="Avenir Book" panose="02000503020000020003" pitchFamily="2" charset="0"/>
                <a:cs typeface="Al Nile" pitchFamily="2" charset="-78"/>
              </a:rPr>
              <a:t>Cache Augmented Generation</a:t>
            </a:r>
            <a:br>
              <a:rPr lang="en-US" sz="5400" b="1" dirty="0">
                <a:latin typeface="Avenir Book" panose="02000503020000020003" pitchFamily="2" charset="0"/>
                <a:cs typeface="Al Nile" pitchFamily="2" charset="-78"/>
              </a:rPr>
            </a:br>
            <a:r>
              <a:rPr lang="en-US" sz="5400" b="1" dirty="0">
                <a:latin typeface="Avenir Book" panose="02000503020000020003" pitchFamily="2" charset="0"/>
                <a:cs typeface="Al Nile" pitchFamily="2" charset="-78"/>
              </a:rPr>
              <a:t>and Self Learning Architecture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735A3DC4-4208-E1AA-8A70-78BE013B9BD4}"/>
              </a:ext>
            </a:extLst>
          </p:cNvPr>
          <p:cNvSpPr txBox="1">
            <a:spLocks/>
          </p:cNvSpPr>
          <p:nvPr/>
        </p:nvSpPr>
        <p:spPr>
          <a:xfrm>
            <a:off x="1010370" y="5263376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Avenir Book" panose="02000503020000020003" pitchFamily="2" charset="0"/>
                <a:cs typeface="Al Nile" pitchFamily="2" charset="-78"/>
              </a:rPr>
              <a:t>Applied</a:t>
            </a:r>
            <a:r>
              <a:rPr lang="en-US" sz="3200" b="1" dirty="0">
                <a:latin typeface="Avenir Book" panose="02000503020000020003" pitchFamily="2" charset="0"/>
                <a:cs typeface="Al Nile" pitchFamily="2" charset="-78"/>
              </a:rPr>
              <a:t> AI</a:t>
            </a: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D7AED9D1-511F-C17D-A5B2-B7FE882E7A58}"/>
              </a:ext>
            </a:extLst>
          </p:cNvPr>
          <p:cNvSpPr txBox="1">
            <a:spLocks/>
          </p:cNvSpPr>
          <p:nvPr/>
        </p:nvSpPr>
        <p:spPr>
          <a:xfrm>
            <a:off x="1010370" y="545126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Avenir Book" panose="02000503020000020003" pitchFamily="2" charset="0"/>
                <a:cs typeface="Al Nile" pitchFamily="2" charset="-78"/>
              </a:rPr>
              <a:t>\MARKROX.DEV</a:t>
            </a:r>
          </a:p>
        </p:txBody>
      </p:sp>
    </p:spTree>
    <p:extLst>
      <p:ext uri="{BB962C8B-B14F-4D97-AF65-F5344CB8AC3E}">
        <p14:creationId xmlns:p14="http://schemas.microsoft.com/office/powerpoint/2010/main" val="91817547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14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Avenir Book</vt:lpstr>
      <vt:lpstr>Office Theme</vt:lpstr>
      <vt:lpstr>Cache Augmented Generation and Self Learning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Roxberry</dc:creator>
  <cp:lastModifiedBy>Mark Roxberry</cp:lastModifiedBy>
  <cp:revision>1</cp:revision>
  <dcterms:created xsi:type="dcterms:W3CDTF">2025-11-29T21:43:37Z</dcterms:created>
  <dcterms:modified xsi:type="dcterms:W3CDTF">2025-11-29T22:30:23Z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2025-11-29T22:30:23Z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36676d95-5451-475d-abef-665021c32ff8</vt:lpwstr>
  </property>
  <property fmtid="{D5CDD505-2E9C-101B-9397-08002B2CF9AE}" pid="7" name="MSIP_Label_defa4170-0d19-0005-0004-bc88714345d2_ActionId">
    <vt:lpwstr>8e5e9355-260b-4d23-a565-ac65094889d7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